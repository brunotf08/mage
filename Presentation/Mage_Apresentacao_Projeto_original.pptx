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ge_GameView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>
              <a:defRPr sz="900" b="1">
                <a:solidFill>
                  <a:srgbClr val="080D22"/>
                </a:solidFill>
                <a:latin typeface="Aptos"/>
              </a:defRPr>
            </a:pPr>
            <a:r>
              <a:t>UNITY 2022.3 | URP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4922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0" b="1">
                <a:solidFill>
                  <a:srgbClr val="F6F8FF"/>
                </a:solidFill>
                <a:latin typeface="Aptos Display"/>
              </a:defRPr>
            </a:pPr>
            <a:r>
              <a:t>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6492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>
                <a:solidFill>
                  <a:srgbClr val="B8C6E8"/>
                </a:solidFill>
                <a:latin typeface="Aptos"/>
              </a:defRPr>
            </a:pPr>
            <a:r>
              <a:t>Prot?tipo de combate m?gico em terceira pessoa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370832"/>
            <a:ext cx="3886200" cy="1115568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4370832"/>
            <a:ext cx="64008" cy="1115568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535424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Base da apresenta??o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901184"/>
            <a:ext cx="3474720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Leitura de scripts e cenas do projeto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Capturas reais da cena Wizard Testes 1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Valida??o via Unity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Apresenta??o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Vis?o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O que o projeto j? comunica hoje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342900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73351"/>
            <a:ext cx="28803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Conceito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88036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Mage ? um prot?tipo 3D de fantasia focado em um mago jog?vel, c?mera de terceira pessoa e combate por proj?teis m?gicos.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087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64008" cy="34290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673351"/>
            <a:ext cx="28803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Experi?ncia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039112"/>
            <a:ext cx="288036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jogador controla o mago em arena/cen?rio de teste, mira com c?mera sobre o ombro, ataca com magia e recebe feedback por anima??o, HUD e ?udio.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5087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508760"/>
            <a:ext cx="64008" cy="342900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673351"/>
            <a:ext cx="28803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Estado atual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39112"/>
            <a:ext cx="288036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base de gameplay est? montada: movimento, corrida, mira, vida, barra de vida, disparo m?gico, som e cena jog?vel de valida??o.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23774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4DD2FF"/>
                </a:solidFill>
                <a:latin typeface="Aptos Display"/>
              </a:defRPr>
            </a:pPr>
            <a:r>
              <a:t>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07608"/>
            <a:ext cx="2377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vers?o do produto no ProjectSettings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40680"/>
            <a:ext cx="23774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BC49"/>
                </a:solidFill>
                <a:latin typeface="Aptos Display"/>
              </a:defRPr>
            </a:pPr>
            <a:r>
              <a:t>3039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007608"/>
            <a:ext cx="2377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assets no projeto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440680"/>
            <a:ext cx="23774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53D684"/>
                </a:solidFill>
                <a:latin typeface="Aptos Display"/>
              </a:defRPr>
            </a:pPr>
            <a:r>
              <a:t>URP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6007608"/>
            <a:ext cx="2377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pipeline gr?fico 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440680"/>
            <a:ext cx="23774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3D7AFF"/>
                </a:solidFill>
                <a:latin typeface="Aptos Display"/>
              </a:defRPr>
            </a:pPr>
            <a:r>
              <a:t>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007608"/>
            <a:ext cx="2377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target atual: StandaloneWindows64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Loop de Gameplay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A base jog?vel que aparece nos scripts e na cena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64008" cy="19659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496312"/>
            <a:ext cx="1965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Explorar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862072"/>
            <a:ext cx="1965960" cy="1344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Movimento WASD relativo ? c?mera e corrida com Shift.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1737360"/>
            <a:ext cx="594360" cy="228600"/>
          </a:xfrm>
          <a:prstGeom prst="rightArrow">
            <a:avLst/>
          </a:prstGeom>
          <a:solidFill>
            <a:srgbClr val="33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572768"/>
            <a:ext cx="566928" cy="566928"/>
          </a:xfrm>
          <a:prstGeom prst="ellipse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331720"/>
            <a:ext cx="64008" cy="196596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496312"/>
            <a:ext cx="1965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Mirar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862072"/>
            <a:ext cx="1965960" cy="1344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C?mera sobre o ombro, cursor travado e alvo atualizado ? frente da c?mera.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69280" y="1737360"/>
            <a:ext cx="594360" cy="228600"/>
          </a:xfrm>
          <a:prstGeom prst="rightArrow">
            <a:avLst/>
          </a:prstGeom>
          <a:solidFill>
            <a:srgbClr val="33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572768"/>
            <a:ext cx="566928" cy="566928"/>
          </a:xfrm>
          <a:prstGeom prst="ellipse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331720"/>
            <a:ext cx="64008" cy="196596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2496312"/>
            <a:ext cx="1965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Conjurar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862072"/>
            <a:ext cx="1965960" cy="1344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Clique esquerdo aciona anima??o de ataque, som e proj?til m?gico.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03920" y="1737360"/>
            <a:ext cx="594360" cy="228600"/>
          </a:xfrm>
          <a:prstGeom prst="rightArrow">
            <a:avLst/>
          </a:prstGeom>
          <a:solidFill>
            <a:srgbClr val="33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9720" y="1572768"/>
            <a:ext cx="566928" cy="566928"/>
          </a:xfrm>
          <a:prstGeom prst="ellipse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331720"/>
            <a:ext cx="64008" cy="19659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9176" y="2496312"/>
            <a:ext cx="1965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Reagir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2862072"/>
            <a:ext cx="1965960" cy="1344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Vida do jogador muda via PlayerHealth e HUD troca sprites da barra.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983480"/>
            <a:ext cx="97383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34440" y="4983480"/>
            <a:ext cx="64008" cy="7772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53896" y="5148072"/>
            <a:ext cx="9326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Leitura de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5513832"/>
            <a:ext cx="9326880" cy="155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for?a do projeto est? em um prot?tipo j? interativo: c?mera, personagem, mira, anima??o e feedback est?o conectados em torno do mesmo fluxo.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Cena Jog?vel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Wizard Testes 1 como vitrine atual</a:t>
            </a:r>
          </a:p>
        </p:txBody>
      </p:sp>
      <p:pic>
        <p:nvPicPr>
          <p:cNvPr id="5" name="Picture 4" descr="Mage_Gam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37307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2588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325880"/>
            <a:ext cx="64008" cy="10515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63256" y="1490472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C?mera em terceira pessoa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1856231"/>
            <a:ext cx="347472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c?mera principal usa ShoulderCameraController e enquadra o mago por tr?s do ombro.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0604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06040"/>
            <a:ext cx="64008" cy="105156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3256" y="2770632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Ambiente de 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3136392"/>
            <a:ext cx="347472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Cen?rio noturno/estelar, terrain, PP Volume, ilumina??o direcional e pontos de colis?o.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88620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88620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4050791"/>
            <a:ext cx="3474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HUD 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4416552"/>
            <a:ext cx="347472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cena possui Canvas com CrossHair e HealthBar conectados ao fluxo de mira e vida.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20116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4DD2FF"/>
                </a:solidFill>
                <a:latin typeface="Aptos Display"/>
              </a:defRPr>
            </a:pPr>
            <a:r>
              <a:t>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07608"/>
            <a:ext cx="20116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GameObjects na cena 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440680"/>
            <a:ext cx="182880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BC49"/>
                </a:solidFill>
                <a:latin typeface="Aptos Display"/>
              </a:defRPr>
            </a:pPr>
            <a:r>
              <a:t>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6007608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componentes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440680"/>
            <a:ext cx="219456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53D684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6007608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refer?ncias quebradas na cena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Personagem Jog?vel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O mago como n?cleo do prot?tipo</a:t>
            </a:r>
          </a:p>
        </p:txBody>
      </p:sp>
      <p:pic>
        <p:nvPicPr>
          <p:cNvPr id="5" name="Picture 4" descr="Mage_Scen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51560"/>
            <a:ext cx="4983480" cy="2807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32588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0058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490472"/>
            <a:ext cx="5029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Composi??o em cena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56231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Wizard &gt; WizardStandardMaterial concentra Animator, PlayerController, Rigidbody, CapsuleCollider, CharacterController, PlayerHealth, AudioSource e PlayerFootsteps.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7860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78608"/>
            <a:ext cx="64008" cy="100584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743200"/>
            <a:ext cx="5029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Movimento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0896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Andar, recuar, strafing lateral e corrida usam CharacterController, gravidade e dire??o relativa ? c?mera.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31336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831336"/>
            <a:ext cx="64008" cy="100584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995928"/>
            <a:ext cx="5029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Anima??o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36168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Estados como Idle03, BattleWalkForward, BattleRunForward e Attack04 s?o acionados por hashes e crossfades.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251960"/>
            <a:ext cx="498348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4251960"/>
            <a:ext cx="64008" cy="105156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6" y="4416552"/>
            <a:ext cx="4572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Pontos de gameplay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4782312"/>
            <a:ext cx="457200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LookAt, SpellFirePoint e AimTarget d?o suporte ao disparo m?gico e ? mira din?mica.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Combate M?gico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Fluxo t?cnico do ataque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95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81912"/>
            <a:ext cx="1554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47672"/>
            <a:ext cx="15544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Clique esquerdo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1874519"/>
            <a:ext cx="320040" cy="164592"/>
          </a:xfrm>
          <a:prstGeom prst="rightArrow">
            <a:avLst/>
          </a:prstGeom>
          <a:solidFill>
            <a:srgbClr val="4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98648" y="141732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95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8648" y="1417320"/>
            <a:ext cx="64008" cy="14173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1581912"/>
            <a:ext cx="1554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Anima??o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1947672"/>
            <a:ext cx="15544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Attack04 + triggers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0600" y="1874519"/>
            <a:ext cx="320040" cy="164592"/>
          </a:xfrm>
          <a:prstGeom prst="rightArrow">
            <a:avLst/>
          </a:prstGeom>
          <a:solidFill>
            <a:srgbClr val="4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02936" y="141732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95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02936" y="1417320"/>
            <a:ext cx="64008" cy="141732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1581912"/>
            <a:ext cx="1554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Conjura??o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1947672"/>
            <a:ext cx="15544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delay de 0,18s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04888" y="1874519"/>
            <a:ext cx="320040" cy="164592"/>
          </a:xfrm>
          <a:prstGeom prst="rightArrow">
            <a:avLst/>
          </a:prstGeom>
          <a:solidFill>
            <a:srgbClr val="4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07224" y="141732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95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07224" y="1417320"/>
            <a:ext cx="64008" cy="141732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1581912"/>
            <a:ext cx="1554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Proj?til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1947672"/>
            <a:ext cx="15544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MagicProjectile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1874519"/>
            <a:ext cx="320040" cy="164592"/>
          </a:xfrm>
          <a:prstGeom prst="rightArrow">
            <a:avLst/>
          </a:prstGeom>
          <a:solidFill>
            <a:srgbClr val="4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11512" y="141732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95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11512" y="1417320"/>
            <a:ext cx="64008" cy="1417320"/>
          </a:xfrm>
          <a:prstGeom prst="rect">
            <a:avLst/>
          </a:prstGeom>
          <a:solidFill>
            <a:srgbClr val="FF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1581912"/>
            <a:ext cx="1554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1947672"/>
            <a:ext cx="155448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som + colis?o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3375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337560"/>
            <a:ext cx="64008" cy="155448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5" y="3502152"/>
            <a:ext cx="3063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PlayerController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" y="3867911"/>
            <a:ext cx="3063239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L? input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Resolve mira por raycast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Instancia prefab do proj?til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Toca AudioClip de magia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33375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26280" y="3337560"/>
            <a:ext cx="64008" cy="155448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502152"/>
            <a:ext cx="3063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MagicProjectile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3867911"/>
            <a:ext cx="3063239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Recebe velocidade e lifetime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Segue AimTarget com Slerp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Move por Rigidbody ou Transform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Destr?i em trigger/colis?o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3337560"/>
            <a:ext cx="3063240" cy="155448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3337560"/>
            <a:ext cx="64008" cy="155448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4776" y="3502152"/>
            <a:ext cx="26517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3867911"/>
            <a:ext cx="26517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Ataque j? modular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Pode receber dano em inimigos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Bom ponto para VFX e balanceamento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C?mera e Mira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Controle sobre o ombro e alvo din?mico</a:t>
            </a:r>
          </a:p>
        </p:txBody>
      </p:sp>
      <p:pic>
        <p:nvPicPr>
          <p:cNvPr id="5" name="Picture 4" descr="Mage_SceneView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84632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2344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234440"/>
            <a:ext cx="64008" cy="141732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4456" y="1399032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ShoulderCameraController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6" y="1764792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Yaw/pitch por mouse, offset no ombro, dist?ncia configur?vel e suaviza??o de posi??o/rota??o.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2344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2520" y="1234440"/>
            <a:ext cx="64008" cy="14173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1399032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AimTarget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1976" y="1764792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Mant?m um ponto ? frente da c?mera para orientar proj?teis e mira.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2971800"/>
            <a:ext cx="64008" cy="141732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4456" y="3136392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Cinemachine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3502152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projeto tem Cinemachine 2.10.1 e uma Virtual Camera na cena; a c?mera direta tamb?m est? presente.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2971800"/>
            <a:ext cx="64008" cy="141732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3136392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Cursor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3502152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Trava o cursor para gameplay, libera com Escape e religa no clique.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46320"/>
            <a:ext cx="10469880" cy="749808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46320"/>
            <a:ext cx="64008" cy="749808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5010912"/>
            <a:ext cx="10058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Leitura de produto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5376672"/>
            <a:ext cx="10058400" cy="128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Essa escolha aproxima Mage de jogos de a??o modernos: mira visual clara, personagem grande em tela e controle responsivo para magia.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HUD 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Sinais visuais e sonoros j? integrados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46304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399032"/>
            <a:ext cx="28346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Barra de 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764792"/>
            <a:ext cx="283463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HealthBarUI observa PlayerHealth.HealthChanged e troca sprites conforme o percentual de vida.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971800"/>
            <a:ext cx="64008" cy="14630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136392"/>
            <a:ext cx="28346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502152"/>
            <a:ext cx="283463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CrossHair no Canvas refor?a a dire??o de conjura??o e o foco da c?mera.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09160"/>
            <a:ext cx="64008" cy="9144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4873752"/>
            <a:ext cx="28346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?udio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5239512"/>
            <a:ext cx="2834639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Passos por estado de anima??o e som de magia no disparo.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234440"/>
            <a:ext cx="7086600" cy="4389120"/>
          </a:xfrm>
          <a:prstGeom prst="roundRect">
            <a:avLst>
              <a:gd name="adj" fmla="val 4000"/>
            </a:avLst>
          </a:prstGeom>
          <a:solidFill>
            <a:srgbClr val="131F43"/>
          </a:solidFill>
          <a:ln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rra de vida original 576x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6172200" cy="2743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983480" y="4343400"/>
            <a:ext cx="402336" cy="402336"/>
          </a:xfrm>
          <a:prstGeom prst="rect">
            <a:avLst/>
          </a:prstGeom>
          <a:solidFill>
            <a:srgbClr val="020510"/>
          </a:solidFill>
          <a:ln>
            <a:solidFill>
              <a:srgbClr val="3C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rosshair Pack 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4489704"/>
            <a:ext cx="109728" cy="10972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623560" y="4343400"/>
            <a:ext cx="402336" cy="402336"/>
          </a:xfrm>
          <a:prstGeom prst="rect">
            <a:avLst/>
          </a:prstGeom>
          <a:solidFill>
            <a:srgbClr val="020510"/>
          </a:solidFill>
          <a:ln>
            <a:solidFill>
              <a:srgbClr val="3C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rosshair Pack 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4489704"/>
            <a:ext cx="109728" cy="10972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63640" y="4343400"/>
            <a:ext cx="402336" cy="402336"/>
          </a:xfrm>
          <a:prstGeom prst="rect">
            <a:avLst/>
          </a:prstGeom>
          <a:solidFill>
            <a:srgbClr val="020510"/>
          </a:solidFill>
          <a:ln>
            <a:solidFill>
              <a:srgbClr val="3C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rosshair Pack 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4489704"/>
            <a:ext cx="109728" cy="1097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09160" y="5230368"/>
            <a:ext cx="23774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FFBC49"/>
                </a:solidFill>
                <a:latin typeface="Aptos"/>
              </a:defRPr>
            </a:pPr>
            <a:r>
              <a:t>SPRITES USADOS NO PROJETO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Arquitetura T?cnica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Camadas principais do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274320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5361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Gameplay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01952"/>
            <a:ext cx="2011679" cy="2121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PlayerController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PlayerHealth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MagicProjectile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PlayerFootsteps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371600"/>
            <a:ext cx="64008" cy="27432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5361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C?mera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01952"/>
            <a:ext cx="2011679" cy="2121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ShoulderCameraController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AimTarget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Cinemachine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4" y="1371600"/>
            <a:ext cx="64008" cy="274320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361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01952"/>
            <a:ext cx="2011679" cy="2121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HealthBarUI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Canvas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CrossHair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Sprites de vida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1371600"/>
            <a:ext cx="64008" cy="274320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5361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1901952"/>
            <a:ext cx="2011679" cy="2121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ShoulderCameraSceneSetup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Unity MCP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Build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709160"/>
            <a:ext cx="64008" cy="7772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487375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239512"/>
            <a:ext cx="2011679" cy="155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2022.3.22f1 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80" y="4709160"/>
            <a:ext cx="64008" cy="77724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1336" y="487375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6" y="5239512"/>
            <a:ext cx="2011679" cy="155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URP 14.0.10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709160"/>
            <a:ext cx="64008" cy="77724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4536" y="487375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5239512"/>
            <a:ext cx="2011679" cy="155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Input System 1.11.0 + axes legados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4709160"/>
            <a:ext cx="64008" cy="77724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487375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5239512"/>
            <a:ext cx="2011679" cy="1554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uGUI + TextMeshPro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Assets 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O que ? pr?prio e o que vem de pacotes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37560" cy="37947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37947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399032"/>
            <a:ext cx="29260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Conte?do pr?prio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764792"/>
            <a:ext cx="2926079" cy="3172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Assets/Wizard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Scripts de gameplay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Prefabs Wizard e Wizard 1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Sprites de vida e mira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Som de disparo m?gico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337560" cy="37947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64008" cy="379476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399032"/>
            <a:ext cx="29260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Cenas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764792"/>
            <a:ext cx="2926079" cy="3172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Assets/Scenes/Ghost.unity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Assets/Scenes/Wizard Testes 1.unity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Perfis de p?s-processamento URP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337560" cy="37947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64008" cy="37947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399032"/>
            <a:ext cx="29260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Terceiros/importados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764792"/>
            <a:ext cx="2926079" cy="3172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PolygonDungeon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PolygonFantasyCharacters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Starter Assets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Hovl Studio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MekaruStudios</a:t>
            </a:r>
          </a:p>
          <a:p>
            <a:pPr>
              <a:spcAft>
                <a:spcPts val="400"/>
              </a:spcAft>
              <a:defRPr sz="1080">
                <a:solidFill>
                  <a:srgbClr val="B8C6E8"/>
                </a:solidFill>
                <a:latin typeface="Aptos"/>
              </a:defRPr>
            </a:pPr>
            <a:r>
              <a:t>WizardPBR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5394960"/>
            <a:ext cx="9692640" cy="658368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5394960"/>
            <a:ext cx="64008" cy="658368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5559552"/>
            <a:ext cx="92811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Observa??o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5925312"/>
            <a:ext cx="9281160" cy="3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apresenta??o segue a regra do projeto: trabalho de gameplay concentrado em Assets/Wizard e cenas em Assets/Scenes, preservando pacotes importados.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Status de Valida??o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Leitura feita no Editor e no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4663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Compila??o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947672"/>
            <a:ext cx="466344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0 erros reportados pelo Unity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581912"/>
            <a:ext cx="4663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947672"/>
            <a:ext cx="466344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Sem erros recentes; apenas logs do 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64008" cy="10515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044952"/>
            <a:ext cx="4663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Cena 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410712"/>
            <a:ext cx="466344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Wizard Testes 1 carregada e limpa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88036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044952"/>
            <a:ext cx="4663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Refer?ncias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410712"/>
            <a:ext cx="4663440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0 missing references na cena 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272214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617720"/>
            <a:ext cx="64008" cy="9601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782312"/>
            <a:ext cx="101955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Ponto de aten??o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148072"/>
            <a:ext cx="101955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ProjectSettings/EditorBuildSettings.asset ainda lista Assets/Scenes/Wizard Testes.unity como cena habilitada, mas o arquivo encontrado em Assets/Scenes ? Wizard Testes 1.unity. Recomenda-se corrigir isso antes de gerar build final.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ge_GameView_Bl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0467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Pr?ximos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Roteiro sugerido para transformar o prot?tipo em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64008" cy="27889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7647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1. Ajustar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130552"/>
            <a:ext cx="2011679" cy="2167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Remover/corrigir cena ausente nos Build Settings.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00200"/>
            <a:ext cx="64008" cy="278892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" y="17647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2. Fechar combate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2130552"/>
            <a:ext cx="2011679" cy="2167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Adicionar inimigos, dano recebido e dano causado pelo proj?til.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79" y="1600200"/>
            <a:ext cx="64008" cy="278892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7647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3. Polir sensa??o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130552"/>
            <a:ext cx="2011679" cy="2167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VFX de magia, impacto, c?mera e mixagem de ?udio.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3999" y="1600200"/>
            <a:ext cx="64008" cy="278892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5" y="1764792"/>
            <a:ext cx="201167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4. Estruturar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5" y="2130552"/>
            <a:ext cx="2011679" cy="2167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Menu simples, objetivo de arena e condi??o de vit?ria/derrota.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983480"/>
            <a:ext cx="9966960" cy="86868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983480"/>
            <a:ext cx="64008" cy="86868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5148072"/>
            <a:ext cx="9555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Mensagem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5513832"/>
            <a:ext cx="955548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Mage j? possui uma base jog?vel coerente: personagem, c?mera, mira, vida, UI e magia. O pr?ximo ganho est? em fechar o ciclo de desafio e apresenta??o da demo.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Pr?ximos passos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Mage - Apresenta??o do Projeto</dc:title>
  <dc:subject>Apresenta??o baseada no projeto Unity Mage</dc:subject>
  <dc:creator>Codex</dc:creator>
  <cp:keywords/>
  <dc:description>Gerado a partir de leitura local do projeto, Unity MCP e capturas reais da cena.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