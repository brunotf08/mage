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ge_PlayMode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>
              <a:defRPr sz="900" b="1">
                <a:solidFill>
                  <a:srgbClr val="080D22"/>
                </a:solidFill>
                <a:latin typeface="Aptos"/>
              </a:defRPr>
            </a:pPr>
            <a:r>
              <a:t>UNITY 2022.3 | URP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151154" cy="9233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000" b="1">
                <a:solidFill>
                  <a:srgbClr val="F6F8FF"/>
                </a:solidFill>
                <a:latin typeface="Aptos Display"/>
              </a:defRPr>
            </a:pPr>
            <a:r>
              <a:rPr lang="pt-BR" dirty="0"/>
              <a:t>GHOST CASTLE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451790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>
                <a:solidFill>
                  <a:srgbClr val="B8C6E8"/>
                </a:solidFill>
                <a:latin typeface="Aptos"/>
              </a:defRPr>
            </a:pPr>
            <a:r>
              <a:rPr lang="pt-BR" dirty="0"/>
              <a:t>N1DS DESENVOLVIMENTO DE SISTEMAS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13232" y="4370832"/>
            <a:ext cx="4114800" cy="1115568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4370832"/>
            <a:ext cx="64008" cy="1115568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4535424"/>
            <a:ext cx="37033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Base da apresentação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901184"/>
            <a:ext cx="3703320" cy="493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Captura real em Play Mode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Explicação dos scripts principais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Resumo das animações do mago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Apresentação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O que o projeto já comunica hoje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342900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73351"/>
            <a:ext cx="28803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Conceito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880360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Mage é um protótipo 3D de fantasia focado em um mago jogável, câmera de terceira pessoa e combate por projéteis mágicos.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5087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64008" cy="34290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1416" y="1673351"/>
            <a:ext cx="28803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Experiência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039112"/>
            <a:ext cx="2880360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jogador controla o mago em uma arena de teste, mira com câmera sobre o ombro, ataca com magia e recebe feedback por animação, HUD e áudio.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508760"/>
            <a:ext cx="3291840" cy="34290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0" y="1508760"/>
            <a:ext cx="64008" cy="342900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3296" y="1673351"/>
            <a:ext cx="28803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Estado atual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39112"/>
            <a:ext cx="2880360" cy="2807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base de gameplay está montada: movimento, corrida, mira, vida, barra de vida, disparo mágico, som e cena jogável de validação.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237744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4DD2FF"/>
                </a:solidFill>
                <a:latin typeface="Aptos Display"/>
              </a:defRPr>
            </a:pPr>
            <a:r>
              <a:t>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07608"/>
            <a:ext cx="2377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versão do produto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40680"/>
            <a:ext cx="237744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FFBC49"/>
                </a:solidFill>
                <a:latin typeface="Aptos Display"/>
              </a:defRPr>
            </a:pPr>
            <a:r>
              <a:t>3039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007608"/>
            <a:ext cx="2377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assets no projeto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440680"/>
            <a:ext cx="237744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53D684"/>
                </a:solidFill>
                <a:latin typeface="Aptos Display"/>
              </a:defRPr>
            </a:pPr>
            <a:r>
              <a:t>URP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6007608"/>
            <a:ext cx="2377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pipeline gráfico 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440680"/>
            <a:ext cx="237744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3D7AFF"/>
                </a:solidFill>
                <a:latin typeface="Aptos Display"/>
              </a:defRPr>
            </a:pPr>
            <a:r>
              <a:t>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007608"/>
            <a:ext cx="23774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target atual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Imagem em Play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Captura do jogo rodando no Editor</a:t>
            </a:r>
          </a:p>
        </p:txBody>
      </p:sp>
      <p:pic>
        <p:nvPicPr>
          <p:cNvPr id="5" name="Picture 4" descr="Mage_Play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690372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23444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234440"/>
            <a:ext cx="64008" cy="10515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37576" y="1399032"/>
            <a:ext cx="3108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O que a imagem mostra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7576" y="1764792"/>
            <a:ext cx="310896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Mago enquadrado pela câmera em terceira pessoa, arena de teste e direção de mira à frente.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56032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2560320"/>
            <a:ext cx="64008" cy="105156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6" y="2724912"/>
            <a:ext cx="3108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Por que é importante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3090672"/>
            <a:ext cx="310896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captura confirma que a cena não é apenas montagem no Editor: ela executa em Play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886200"/>
            <a:ext cx="352044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388620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6" y="4050791"/>
            <a:ext cx="3108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4416552"/>
            <a:ext cx="310896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Imagem renderizada pela Main Camera durante Play Mode via Unity MCP.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Loop de Gameplay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A base jogável que aparece nos scripts e na cena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64008" cy="19659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496312"/>
            <a:ext cx="1965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Explorar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862072"/>
            <a:ext cx="1965960" cy="1344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Movimento WASD relativo à câmera e corrida com Shift.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1737360"/>
            <a:ext cx="594360" cy="228600"/>
          </a:xfrm>
          <a:prstGeom prst="rightArrow">
            <a:avLst/>
          </a:prstGeom>
          <a:solidFill>
            <a:srgbClr val="33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20440" y="1572768"/>
            <a:ext cx="566928" cy="566928"/>
          </a:xfrm>
          <a:prstGeom prst="ellipse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2331720"/>
            <a:ext cx="64008" cy="196596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9896" y="2496312"/>
            <a:ext cx="1965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Mirar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862072"/>
            <a:ext cx="1965960" cy="1344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Câmera sobre o ombro, cursor travado e alvo atualizado à frente.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69280" y="1737360"/>
            <a:ext cx="594360" cy="228600"/>
          </a:xfrm>
          <a:prstGeom prst="rightArrow">
            <a:avLst/>
          </a:prstGeom>
          <a:solidFill>
            <a:srgbClr val="33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1572768"/>
            <a:ext cx="566928" cy="566928"/>
          </a:xfrm>
          <a:prstGeom prst="ellipse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331720"/>
            <a:ext cx="64008" cy="196596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74536" y="2496312"/>
            <a:ext cx="1965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Conjurar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862072"/>
            <a:ext cx="1965960" cy="1344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Clique esquerdo aciona animação, som e projétil mágico.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03920" y="1737360"/>
            <a:ext cx="594360" cy="228600"/>
          </a:xfrm>
          <a:prstGeom prst="rightArrow">
            <a:avLst/>
          </a:prstGeom>
          <a:solidFill>
            <a:srgbClr val="334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89720" y="1572768"/>
            <a:ext cx="566928" cy="566928"/>
          </a:xfrm>
          <a:prstGeom prst="ellipse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1600" b="1">
                <a:solidFill>
                  <a:srgbClr val="080D2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33172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20" y="2331720"/>
            <a:ext cx="64008" cy="19659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9176" y="2496312"/>
            <a:ext cx="19659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Reagir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2862072"/>
            <a:ext cx="1965960" cy="1344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Vida muda no PlayerHealth e o HUD troca os sprites da barra.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983480"/>
            <a:ext cx="97383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34440" y="4983480"/>
            <a:ext cx="64008" cy="7772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53896" y="5148072"/>
            <a:ext cx="932688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Leitura de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5513832"/>
            <a:ext cx="9326880" cy="155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força do projeto está em um protótipo interativo: câmera, personagem, mira, animação e feedback estão conectados.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Programação: Scripts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Responsabilidade de cada componente do jogador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82880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399032"/>
            <a:ext cx="21945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PlayerController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764792"/>
            <a:ext cx="2194560" cy="1207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Movimento e corrida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Ataque por clique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Raycast de mira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Instancia projétil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344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234440"/>
            <a:ext cx="64008" cy="18288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5615" y="1399032"/>
            <a:ext cx="21945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ShoulderCameraController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1764792"/>
            <a:ext cx="2194560" cy="1207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Yaw/pitch do mouse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Offset no ombro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Suavização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Cursor travado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2344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234440"/>
            <a:ext cx="64008" cy="182880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5976" y="1399032"/>
            <a:ext cx="21945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MagicProjectile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1764792"/>
            <a:ext cx="2194560" cy="1207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Velocidade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Tempo de vida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Seguimento do alvo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Colisão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344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1234440"/>
            <a:ext cx="64008" cy="182880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46336" y="1399032"/>
            <a:ext cx="21945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PlayerHealth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1764792"/>
            <a:ext cx="2194560" cy="1207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Vida máxima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Dano e cura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Evento HealthChanged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Percentual de vida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65760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17320" y="3657600"/>
            <a:ext cx="64008" cy="141732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36776" y="3822191"/>
            <a:ext cx="24231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HealthBarUI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776" y="4187952"/>
            <a:ext cx="2423160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Escuta o evento de vida e troca o sprite da barra conforme o percentual atual.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65760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3657600"/>
            <a:ext cx="64008" cy="14173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28616" y="3822191"/>
            <a:ext cx="24231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PlayerFootsteps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4187952"/>
            <a:ext cx="2423160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Sincroniza passos com estados de caminhada/corrida e varia volume/pitch.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65760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01000" y="3657600"/>
            <a:ext cx="64008" cy="141732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3822191"/>
            <a:ext cx="24231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AimTarget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187952"/>
            <a:ext cx="2423160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Mantém um ponto à frente da câmera para orientar mira e projéteis.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Programação: Ataque Mágico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Como o clique vira um projétil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29200" cy="2788920"/>
          </a:xfrm>
          <a:prstGeom prst="roundRect">
            <a:avLst>
              <a:gd name="adj" fmla="val 4000"/>
            </a:avLst>
          </a:prstGeom>
          <a:solidFill>
            <a:srgbClr val="020612"/>
          </a:solidFill>
          <a:ln>
            <a:solidFill>
              <a:srgbClr val="3A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81328"/>
            <a:ext cx="4663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BC49"/>
                </a:solidFill>
                <a:latin typeface="Aptos"/>
              </a:defRPr>
            </a:pPr>
            <a:r>
              <a:t>Fluxo no PlayerController.cs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46634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D7E6FF"/>
                </a:solidFill>
                <a:latin typeface="Consolas"/>
              </a:defRPr>
            </a:pPr>
            <a:r>
              <a:t>Input.GetMouseButtonDown(0)</a:t>
            </a:r>
            <a:br/>
            <a:r>
              <a:t>SetAnimatorTrigger(AttackHash)</a:t>
            </a:r>
            <a:br/>
            <a:r>
              <a:t>QueueMagicAttack()</a:t>
            </a:r>
            <a:br/>
            <a:r>
              <a:t>CastMagicAttack()</a:t>
            </a:r>
            <a:br/>
            <a:r>
              <a:t>SpawnMagicProjectile()</a:t>
            </a:r>
            <a:br/>
            <a:r>
              <a:t>projectile.Launch(aimDirection, aimTarget)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2514600" cy="1170432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64008" cy="1170432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216" y="1490472"/>
            <a:ext cx="2103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1.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1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clique esquerdo inicia o ataque se o mago não estiver atacando.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514600" cy="1170432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64008" cy="1170432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34856" y="1490472"/>
            <a:ext cx="2103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2. Animação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1856231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Triggers Attack e IsAttack chamam o estado Attack04.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816352"/>
            <a:ext cx="2514600" cy="1170432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2816352"/>
            <a:ext cx="64008" cy="1170432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2980944"/>
            <a:ext cx="2103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3. Mira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34670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Um raycast da câmera define o ponto de impacto esperado.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816352"/>
            <a:ext cx="2514600" cy="1170432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2816352"/>
            <a:ext cx="64008" cy="1170432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34856" y="2980944"/>
            <a:ext cx="2103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4. Projétil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334670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prefab é criado no SpellFirePoint e segue o AimTarget.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800600"/>
            <a:ext cx="10241280" cy="713232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840" y="4800600"/>
            <a:ext cx="64008" cy="713232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25296" y="4965192"/>
            <a:ext cx="98298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Parâmetros atuais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5330952"/>
            <a:ext cx="9829800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Velocidade do projétil: 25 | tempo de vida: 3s | atraso de conjuração: 0,18s | raycast de mira: 80 unidades.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Programação: Câmera e Mira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Controle de terceira pessoa</a:t>
            </a:r>
          </a:p>
        </p:txBody>
      </p:sp>
      <p:pic>
        <p:nvPicPr>
          <p:cNvPr id="5" name="Picture 4" descr="Mage_SceneView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84632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234440"/>
            <a:ext cx="5669280" cy="2240280"/>
          </a:xfrm>
          <a:prstGeom prst="roundRect">
            <a:avLst>
              <a:gd name="adj" fmla="val 4000"/>
            </a:avLst>
          </a:prstGeom>
          <a:solidFill>
            <a:srgbClr val="020612"/>
          </a:solidFill>
          <a:ln>
            <a:solidFill>
              <a:srgbClr val="3A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6168" y="1389888"/>
            <a:ext cx="5303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BC49"/>
                </a:solidFill>
                <a:latin typeface="Aptos"/>
              </a:defRPr>
            </a:pPr>
            <a:r>
              <a:t>ShoulderCameraController.cs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6168" y="1737360"/>
            <a:ext cx="53035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D7E6FF"/>
                </a:solidFill>
                <a:latin typeface="Consolas"/>
              </a:defRPr>
            </a:pPr>
            <a:r>
              <a:t>yaw += Input.GetAxisRaw("Mouse X") * mouseSensitivity;</a:t>
            </a:r>
            <a:br/>
            <a:r>
              <a:t>pitch -= Input.GetAxisRaw("Mouse Y") * mouseSensitivity;</a:t>
            </a:r>
            <a:br/>
            <a:r>
              <a:t>pivotPosition = player.position + yawRotation * shoulderOffset;</a:t>
            </a:r>
            <a:br/>
            <a:r>
              <a:t>cameraPosition = pivotPosition - cameraRotation * Vector3.forward * distance;</a:t>
            </a:r>
            <a:br/>
            <a:r>
              <a:t>player.rotation = Quaternion.Slerp(...);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3840480"/>
            <a:ext cx="2697480" cy="1207008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0" y="3840480"/>
            <a:ext cx="64008" cy="1207008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34456" y="4005072"/>
            <a:ext cx="2286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Valores na cena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4370832"/>
            <a:ext cx="22860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Distância 3,2 | sensibilidade 2,2 | pitch entre -30 e 65 graus.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840480"/>
            <a:ext cx="2697480" cy="1207008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32520" y="3840480"/>
            <a:ext cx="64008" cy="1207008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51976" y="4005072"/>
            <a:ext cx="2286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AimTarget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4370832"/>
            <a:ext cx="2286000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alvo fica à frente da Main Camera e guia a direção da magia.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Programação: Vida, HUD e Áudio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Feedback para o jogador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983480" cy="2651760"/>
          </a:xfrm>
          <a:prstGeom prst="roundRect">
            <a:avLst>
              <a:gd name="adj" fmla="val 4000"/>
            </a:avLst>
          </a:prstGeom>
          <a:solidFill>
            <a:srgbClr val="020612"/>
          </a:solidFill>
          <a:ln>
            <a:solidFill>
              <a:srgbClr val="3A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81328"/>
            <a:ext cx="4617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BC49"/>
                </a:solidFill>
                <a:latin typeface="Aptos"/>
              </a:defRPr>
            </a:pPr>
            <a:r>
              <a:t>PlayerHealth.cs + HealthBarUI.cs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4617720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D7E6FF"/>
                </a:solidFill>
                <a:latin typeface="Consolas"/>
              </a:defRPr>
            </a:pPr>
            <a:r>
              <a:t>public event Action&lt;float, float&gt; HealthChanged;</a:t>
            </a:r>
            <a:br/>
            <a:r>
              <a:t>SetHealth(currentHealth - amount);</a:t>
            </a:r>
            <a:br/>
            <a:r>
              <a:t>HealthChanged?.Invoke(currentHealth, maxHealth);</a:t>
            </a:r>
            <a:br/>
            <a:br/>
            <a:r>
              <a:t>percent = currentHealth / maxHealth;</a:t>
            </a:r>
            <a:br/>
            <a:r>
              <a:t>image.sprite = healthSprites[spriteIndex];</a:t>
            </a:r>
          </a:p>
        </p:txBody>
      </p:sp>
      <p:pic>
        <p:nvPicPr>
          <p:cNvPr id="8" name="Picture 7" descr="barra de vida original 576x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00200"/>
            <a:ext cx="5074920" cy="22585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" y="45720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4572000"/>
            <a:ext cx="64008" cy="91440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4736592"/>
            <a:ext cx="283463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Vida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5102352"/>
            <a:ext cx="2834639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Dano, cura e clamp impedem valores fora de 0 a 100.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5720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4572000"/>
            <a:ext cx="64008" cy="91440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4736592"/>
            <a:ext cx="283463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HUD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5102352"/>
            <a:ext cx="2834639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barra visual muda de sprite de acordo com a vida.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5720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4572000"/>
            <a:ext cx="64008" cy="9144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4736592"/>
            <a:ext cx="283463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Áudio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5102352"/>
            <a:ext cx="2834639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Passos e magia usam AudioSource e AudioClip.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Animações do Mago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Estados e parâmetros conectados ao gameplay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37560" cy="3749039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3749039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399032"/>
            <a:ext cx="29260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Controller 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764792"/>
            <a:ext cx="2926079" cy="312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WizardAnimControl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Avatar: WizardBodyMeshAvatar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Controller em Assets/WizardPBR/Animations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Estados usados pelo PlayerController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337560" cy="3749039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64008" cy="3749039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4296" y="1399032"/>
            <a:ext cx="29260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Parâmetros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764792"/>
            <a:ext cx="2926079" cy="312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Attack: Trigger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IsAttack: Trigger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Walk, WalkBack: Bool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IsWalkingRight/Left: Bool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IsRunning: Bool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IsJump: Bool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337560" cy="3749039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64008" cy="3749039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03336" y="1399032"/>
            <a:ext cx="29260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Estados principais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764792"/>
            <a:ext cx="2926079" cy="312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Idle03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BattleWalkForward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BattleWalkBack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BattleWalkLeft/Right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BattleRunForward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Attack04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5394960"/>
            <a:ext cx="9692640" cy="658368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88720" y="5394960"/>
            <a:ext cx="64008" cy="658368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08176" y="5559552"/>
            <a:ext cx="92811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Como funciona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5925312"/>
            <a:ext cx="9281160" cy="36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O script não depende apenas de transições do Animator: ele também usa CrossFadeInFixedTime para trocar de estado com blend curto.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Animações e Áudio de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Sincronização por estado de animação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669280" cy="2880360"/>
          </a:xfrm>
          <a:prstGeom prst="roundRect">
            <a:avLst>
              <a:gd name="adj" fmla="val 4000"/>
            </a:avLst>
          </a:prstGeom>
          <a:solidFill>
            <a:srgbClr val="020612"/>
          </a:solidFill>
          <a:ln>
            <a:solidFill>
              <a:srgbClr val="3A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81328"/>
            <a:ext cx="5303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BC49"/>
                </a:solidFill>
                <a:latin typeface="Aptos"/>
              </a:defRPr>
            </a:pPr>
            <a:r>
              <a:t>PlayerFootsteps.cs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5303520" cy="2240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D7E6FF"/>
                </a:solidFill>
                <a:latin typeface="Consolas"/>
              </a:defRPr>
            </a:pPr>
            <a:r>
              <a:t>AnimatorStateInfo stateInfo = animator.GetCurrentAnimatorStateInfo(0);</a:t>
            </a:r>
            <a:br/>
            <a:r>
              <a:t>FootstepMode mode = GetFootstepMode(stateInfo);</a:t>
            </a:r>
            <a:br/>
            <a:r>
              <a:t>cycleTime = Mathf.Repeat(stateInfo.normalizedTime, 1f);</a:t>
            </a:r>
            <a:br/>
            <a:r>
              <a:t>if (cycleTime &gt;= stepTimes.x) PlayFootstep(mode);</a:t>
            </a:r>
            <a:br/>
            <a:r>
              <a:t>if (cycleTime &gt;= stepTimes.y) PlayFootstep(mode);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325880"/>
            <a:ext cx="4526280" cy="9601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20840" y="1325880"/>
            <a:ext cx="64008" cy="96012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0296" y="1490472"/>
            <a:ext cx="41148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Caminhada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1856231"/>
            <a:ext cx="41148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Estados BattleWalkForward, BattleWalkBack, BattleWalkRight e BattleWalkLeft.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542032"/>
            <a:ext cx="4526280" cy="9601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2542032"/>
            <a:ext cx="64008" cy="9601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0296" y="2706624"/>
            <a:ext cx="41148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Corrida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3072384"/>
            <a:ext cx="41148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Estado BattleRunForward com volume maior e tempos de passo próprios.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749039"/>
            <a:ext cx="4526280" cy="96012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20840" y="3749039"/>
            <a:ext cx="64008" cy="96012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0296" y="3913631"/>
            <a:ext cx="41148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Variação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4279392"/>
            <a:ext cx="41148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Pitch aleatório entre 0,92 e 1,08 evita som repetitivo.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983480"/>
            <a:ext cx="10241280" cy="713232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5840" y="4983480"/>
            <a:ext cx="64008" cy="713232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25296" y="5148072"/>
            <a:ext cx="98298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5513832"/>
            <a:ext cx="9829800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movimentação ganha resposta sonora conforme o estado atual do Animator e a velocidade horizontal do CharacterController.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Cena Jogável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Wizard Testes 1 como vitrine atual</a:t>
            </a:r>
          </a:p>
        </p:txBody>
      </p:sp>
      <p:pic>
        <p:nvPicPr>
          <p:cNvPr id="5" name="Picture 4" descr="Mage_Gam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37307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2588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325880"/>
            <a:ext cx="64008" cy="10515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63256" y="1490472"/>
            <a:ext cx="34747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Câmera em terceira pessoa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1856231"/>
            <a:ext cx="347472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Main Camera usa ShoulderCameraController e enquadra o mago por trás do ombro.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0604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2606040"/>
            <a:ext cx="64008" cy="105156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770632"/>
            <a:ext cx="34747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Ambiente de 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3136392"/>
            <a:ext cx="347472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Cenário noturno, Terrain, PP Volume, iluminação e colisores de teste.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886200"/>
            <a:ext cx="388620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388620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63256" y="4050791"/>
            <a:ext cx="34747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HUD 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4416552"/>
            <a:ext cx="347472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 cena possui Canvas com CrossHair e HealthBar ligados ao fluxo de mira e vida.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201168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4DD2FF"/>
                </a:solidFill>
                <a:latin typeface="Aptos Display"/>
              </a:defRPr>
            </a:pPr>
            <a:r>
              <a:t>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07608"/>
            <a:ext cx="2011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GameObjects na cena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440680"/>
            <a:ext cx="182880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FFBC49"/>
                </a:solidFill>
                <a:latin typeface="Aptos Display"/>
              </a:defRPr>
            </a:pPr>
            <a:r>
              <a:rPr dirty="0"/>
              <a:t>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600760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componentes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440680"/>
            <a:ext cx="2194560" cy="7132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53D684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6007608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B8C6E8"/>
                </a:solidFill>
                <a:latin typeface="Aptos"/>
              </a:defRPr>
            </a:pPr>
            <a:r>
              <a:t>referências quebradas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Personagem Jogável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O mago como núcleo do protótipo</a:t>
            </a:r>
          </a:p>
        </p:txBody>
      </p:sp>
      <p:pic>
        <p:nvPicPr>
          <p:cNvPr id="5" name="Picture 4" descr="Mage_Scen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51560"/>
            <a:ext cx="4983480" cy="2807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32588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0058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490472"/>
            <a:ext cx="5029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Composição em cena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56231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WizardStandardMaterial concentra Animator, PlayerController, Rigidbody, CapsuleCollider, CharacterController, PlayerHealth, AudioSource e PlayerFootsteps.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78608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578608"/>
            <a:ext cx="64008" cy="100584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743200"/>
            <a:ext cx="5029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Movimento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10896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Andar, recuar, mover lateralmente e correr usam CharacterController, gravidade e direção relativa à câmera.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31336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831336"/>
            <a:ext cx="64008" cy="100584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3995928"/>
            <a:ext cx="5029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Animação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3616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Estados como Idle03, BattleWalkForward, BattleRunForward e Attack04 são acionados por parâmetros e crossfades.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251960"/>
            <a:ext cx="498348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251960"/>
            <a:ext cx="64008" cy="105156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48856" y="4416552"/>
            <a:ext cx="4572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Pontos de gameplay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4782312"/>
            <a:ext cx="457200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LookAt, SpellFirePoint e AimTarget dão suporte ao disparo mágico e à mira dinâmica.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Arquitetura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Camadas principais do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274320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5361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Gameplay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01952"/>
            <a:ext cx="2011679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PlayerController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PlayerHealth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MagicProjectile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PlayerFootsteps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02152" y="1371600"/>
            <a:ext cx="64008" cy="274320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15361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Câmera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901952"/>
            <a:ext cx="2011679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ShoulderCameraController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AimTarget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Cinemachine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8504" y="1371600"/>
            <a:ext cx="64008" cy="274320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5361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01952"/>
            <a:ext cx="2011679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HealthBarUI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Canvas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CrossHair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Sprites de vida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371600"/>
            <a:ext cx="2423160" cy="274320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34856" y="1371600"/>
            <a:ext cx="64008" cy="274320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15361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1901952"/>
            <a:ext cx="2011679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ShoulderCameraSceneSetup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Unity MCP</a:t>
            </a:r>
          </a:p>
          <a:p>
            <a:pPr>
              <a:spcAft>
                <a:spcPts val="400"/>
              </a:spcAft>
              <a:defRPr sz="1070">
                <a:solidFill>
                  <a:srgbClr val="B8C6E8"/>
                </a:solidFill>
                <a:latin typeface="Aptos"/>
              </a:defRPr>
            </a:pPr>
            <a:r>
              <a:t>Build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4709160"/>
            <a:ext cx="64008" cy="77724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" y="487375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239512"/>
            <a:ext cx="2011679" cy="155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2022.3.22f1 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11880" y="4709160"/>
            <a:ext cx="64008" cy="77724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31336" y="487375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1336" y="5239512"/>
            <a:ext cx="2011679" cy="155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URP 14.0.10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4709160"/>
            <a:ext cx="64008" cy="77724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74536" y="487375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5239512"/>
            <a:ext cx="2011679" cy="155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Input System 1.11.0 + eixos legados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709160"/>
            <a:ext cx="2423160" cy="777240"/>
          </a:xfrm>
          <a:prstGeom prst="roundRect">
            <a:avLst>
              <a:gd name="adj" fmla="val 6000"/>
            </a:avLst>
          </a:prstGeom>
          <a:solidFill>
            <a:srgbClr val="0C1A39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98280" y="4709160"/>
            <a:ext cx="64008" cy="77724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17736" y="487375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5239512"/>
            <a:ext cx="2011679" cy="155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uGUI + TextMeshPro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Status de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Leitura feita no Editor e no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4663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Compilação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947672"/>
            <a:ext cx="466344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0 erros reportados pelo Unity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581912"/>
            <a:ext cx="4663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947672"/>
            <a:ext cx="466344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Sem erros recentes; apenas logs do 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64008" cy="105156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044952"/>
            <a:ext cx="4663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Cena 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410712"/>
            <a:ext cx="466344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Wizard Testes 1 carregada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131F43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880360"/>
            <a:ext cx="64008" cy="105156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3044952"/>
            <a:ext cx="46634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Referências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410712"/>
            <a:ext cx="4663440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0 referências quebradas na cena 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272214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617720"/>
            <a:ext cx="64008" cy="9601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782312"/>
            <a:ext cx="101955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Ponto de atenção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148072"/>
            <a:ext cx="1019556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ProjectSettings/EditorBuildSettings.asset ainda lista Assets/Scenes/Wizard Testes.unity como cena habilitada, mas esse arquivo não foi encontrado em Assets/Scenes. Recomenda-se corrigir isso antes do build final.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Projeto 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ge_PlayMode_Bl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41248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F6F8FF"/>
                </a:solidFill>
                <a:latin typeface="Aptos Display"/>
              </a:defRPr>
            </a:pPr>
            <a: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B8C6E8"/>
                </a:solidFill>
                <a:latin typeface="Aptos"/>
              </a:defRPr>
            </a:pPr>
            <a:r>
              <a:t>Roteiro sugerido para transformar o protótipo em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64008" cy="2788920"/>
          </a:xfrm>
          <a:prstGeom prst="rect">
            <a:avLst/>
          </a:prstGeom>
          <a:solidFill>
            <a:srgbClr val="FFB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7647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1. Ajustar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130552"/>
            <a:ext cx="2011679" cy="2167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Remover ou corrigir a cena ausente nos Build Settings.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600200"/>
            <a:ext cx="64008" cy="278892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85615" y="17647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2. Fechar combate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2130552"/>
            <a:ext cx="2011679" cy="2167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Adicionar inimigos, dano recebido e dano causado pelo projétil.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79" y="1600200"/>
            <a:ext cx="64008" cy="2788920"/>
          </a:xfrm>
          <a:prstGeom prst="rect">
            <a:avLst/>
          </a:prstGeom>
          <a:solidFill>
            <a:srgbClr val="53D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17647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3. Polir sensação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130552"/>
            <a:ext cx="2011679" cy="2167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Melhorar VFX de magia, impacto, câmera e mixagem de áudio.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1600200"/>
            <a:ext cx="2423160" cy="278892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3999" y="1600200"/>
            <a:ext cx="64008" cy="2788920"/>
          </a:xfrm>
          <a:prstGeom prst="rect">
            <a:avLst/>
          </a:prstGeom>
          <a:solidFill>
            <a:srgbClr val="3D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63455" y="1764792"/>
            <a:ext cx="2011679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4. Estruturar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5" y="2130552"/>
            <a:ext cx="2011679" cy="2167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Criar menu simples, objetivo de arena e condição de vitória/derrota.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983480"/>
            <a:ext cx="9966960" cy="868680"/>
          </a:xfrm>
          <a:prstGeom prst="roundRect">
            <a:avLst>
              <a:gd name="adj" fmla="val 6000"/>
            </a:avLst>
          </a:prstGeom>
          <a:solidFill>
            <a:srgbClr val="09122D"/>
          </a:solidFill>
          <a:ln w="12700">
            <a:solidFill>
              <a:srgbClr val="2A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" y="4983480"/>
            <a:ext cx="64008" cy="868680"/>
          </a:xfrm>
          <a:prstGeom prst="rect">
            <a:avLst/>
          </a:prstGeom>
          <a:solidFill>
            <a:srgbClr val="4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16736" y="5148072"/>
            <a:ext cx="955548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Mensagem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5513832"/>
            <a:ext cx="9555480" cy="246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B8C6E8"/>
                </a:solidFill>
                <a:latin typeface="Aptos"/>
              </a:defRPr>
            </a:pPr>
            <a:r>
              <a:t>Mage já possui uma base jogável coerente: personagem, câmera, mira, vida, UI, animação e magia. O próximo ganho está em fechar o ciclo de desafio.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A8BB4"/>
                </a:solidFill>
                <a:latin typeface="Aptos"/>
              </a:defRPr>
            </a:pPr>
            <a:r>
              <a:t>Mage | Próximos passos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7A8BB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1393</Words>
  <Application>Microsoft Office PowerPoint</Application>
  <PresentationFormat>Widescreen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Mage - Apresentacao do Projeto</dc:title>
  <dc:subject>Apresentacao baseada no projeto Unity Mage</dc:subject>
  <dc:creator>Codex</dc:creator>
  <cp:keywords/>
  <dc:description>Gerado a partir de leitura local do projeto, Unity MCP e capturas reais da cena.</dc:description>
  <cp:lastModifiedBy>coelhozz@outlook.com</cp:lastModifiedBy>
  <cp:revision>2</cp:revision>
  <dcterms:created xsi:type="dcterms:W3CDTF">2013-01-27T09:14:16Z</dcterms:created>
  <dcterms:modified xsi:type="dcterms:W3CDTF">2026-04-28T16:24:35Z</dcterms:modified>
  <cp:category/>
</cp:coreProperties>
</file>